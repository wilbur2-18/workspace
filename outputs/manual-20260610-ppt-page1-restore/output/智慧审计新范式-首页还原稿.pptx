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8e892ed364b36" /><Relationship Type="http://schemas.openxmlformats.org/officeDocument/2006/relationships/extended-properties" Target="/docProps/app.xml" Id="Rca82759486e2466d" /><Relationship Type="http://schemas.openxmlformats.org/officeDocument/2006/relationships/officeDocument" Target="/ppt/presentation.xml" Id="R5b58401ec4e646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deb2b73aff43a8"/>
  </p:sldMasterIdLst>
  <p:notesMasterIdLst>
    <p:notesMasterId xmlns:r="http://schemas.openxmlformats.org/officeDocument/2006/relationships" r:id="Rbb4a8e429ab84a62"/>
  </p:notesMasterIdLst>
  <p:sldIdLst>
    <p:sldId xmlns:r="http://schemas.openxmlformats.org/officeDocument/2006/relationships" id="256" r:id="R13ec35e7bed342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bd3f632ee49d7" /><Relationship Type="http://schemas.openxmlformats.org/officeDocument/2006/relationships/slideMaster" Target="/ppt/slideMasters/slideMaster1.xml" Id="Rfbdeb2b73aff43a8" /><Relationship Type="http://schemas.openxmlformats.org/officeDocument/2006/relationships/notesMaster" Target="/ppt/notesMasters/notesMaster1.xml" Id="Rbb4a8e429ab84a62" /><Relationship Type="http://schemas.openxmlformats.org/officeDocument/2006/relationships/presProps" Target="/ppt/presProps.xml" Id="Rabb4d190564f41d7" /><Relationship Type="http://schemas.openxmlformats.org/officeDocument/2006/relationships/viewProps" Target="/ppt/viewProps.xml" Id="R81d4c0a8e3fe4d60" /><Relationship Type="http://schemas.openxmlformats.org/officeDocument/2006/relationships/tableStyles" Target="/ppt/tableStyles.xml" Id="Rd062ff6f9fa14262" /><Relationship Type="http://schemas.openxmlformats.org/officeDocument/2006/relationships/slide" Target="/ppt/slides/slide1.xml" Id="R13ec35e7bed342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f6cda3d91d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b271fb1a14031" /><Relationship Type="http://schemas.openxmlformats.org/officeDocument/2006/relationships/notesMaster" Target="/ppt/notesMasters/notesMaster1.xml" Id="R1909b012ba4144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8e394ba8146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b3713c883b4276" /><Relationship Type="http://schemas.openxmlformats.org/officeDocument/2006/relationships/slideLayout" Target="/ppt/slideLayouts/slideLayout1.xml" Id="Racd3fda18ef044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3fda18ef044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fc512eab740ea" /><Relationship Type="http://schemas.openxmlformats.org/officeDocument/2006/relationships/image" Target="/ppt/media/image.png" Id="R668c478fa0ef41da" /><Relationship Type="http://schemas.openxmlformats.org/officeDocument/2006/relationships/image" Target="/ppt/media/image2.png" Id="R08ca94806d204e1e" /><Relationship Type="http://schemas.openxmlformats.org/officeDocument/2006/relationships/image" Target="/ppt/media/image.svg" Id="R8b531e5ea7d84be4" /><Relationship Type="http://schemas.openxmlformats.org/officeDocument/2006/relationships/image" Target="/ppt/media/image3.png" Id="R886e2610affd435c" /><Relationship Type="http://schemas.openxmlformats.org/officeDocument/2006/relationships/image" Target="/ppt/media/image2.svg" Id="Ra52ca595c15047f7" /><Relationship Type="http://schemas.openxmlformats.org/officeDocument/2006/relationships/image" Target="/ppt/media/image4.png" Id="Ra5c60079bc5f4d02" /><Relationship Type="http://schemas.openxmlformats.org/officeDocument/2006/relationships/image" Target="/ppt/media/image3.svg" Id="R1e6c684a0f094041" /><Relationship Type="http://schemas.openxmlformats.org/officeDocument/2006/relationships/image" Target="/ppt/media/image5.png" Id="Rd2c7c7b46d8d4a85" /><Relationship Type="http://schemas.openxmlformats.org/officeDocument/2006/relationships/image" Target="/ppt/media/image4.svg" Id="Ra82267eff280452f" /><Relationship Type="http://schemas.openxmlformats.org/officeDocument/2006/relationships/image" Target="/ppt/media/image6.png" Id="Rff145d6e7056433c" /><Relationship Type="http://schemas.openxmlformats.org/officeDocument/2006/relationships/image" Target="/ppt/media/image5.svg" Id="R3662b6923da7485a" /><Relationship Type="http://schemas.openxmlformats.org/officeDocument/2006/relationships/notesSlide" Target="/ppt/notesSlides/notesSlide1.xml" Id="Rc51ccfee1da149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c478fa0ef41da"/>
          <a:srcRect xmlns:a="http://schemas.openxmlformats.org/drawingml/2006/main" l="21" t="0" r="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5BC0B-8418-49DD-98B5-7FDB792A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676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智慧审计新范式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7B053-72B4-46F7-AAD4-FB16E17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6715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大模型赋能下的人机协同与价值重塑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DD039-5A55-457F-AC45-51B16EA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6715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4D5D8-7E4C-4F57-BAD2-4EC96F4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6715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a94806d204e1e">
            <a:extLst>
              <a:ext uri="{96DAC541-7B7A-43D3-8B79-37D633B846F1}">
                <asvg:svgBlip xmlns:asvg="http://schemas.microsoft.com/office/drawing/2016/SVG/main" r:embed="R8b531e5ea7d84b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42291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61636-EA75-4458-B2B6-67D1EB24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数据理解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e2610affd435c">
            <a:extLst>
              <a:ext uri="{96DAC541-7B7A-43D3-8B79-37D633B846F1}">
                <asvg:svgBlip xmlns:asvg="http://schemas.microsoft.com/office/drawing/2016/SVG/main" r:embed="Ra52ca595c15047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33600" y="42291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241AD-8877-43FD-B5F0-4FAC3CC0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29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图谱推理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60079bc5f4d02">
            <a:extLst>
              <a:ext uri="{96DAC541-7B7A-43D3-8B79-37D633B846F1}">
                <asvg:svgBlip xmlns:asvg="http://schemas.microsoft.com/office/drawing/2016/SVG/main" r:embed="R1e6c684a0f09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52825" y="42291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6ADF8-1DE4-4C1C-99F8-6C1FA0D0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29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9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智能体编排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7c7b46d8d4a85">
            <a:extLst>
              <a:ext uri="{96DAC541-7B7A-43D3-8B79-37D633B846F1}">
                <asvg:svgBlip xmlns:asvg="http://schemas.microsoft.com/office/drawing/2016/SVG/main" r:embed="Ra82267eff28045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91125" y="42291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871D7-064E-4F93-B8F9-FD60AE6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229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作业闭环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45d6e7056433c">
            <a:extLst>
              <a:ext uri="{96DAC541-7B7A-43D3-8B79-37D633B846F1}">
                <asvg:svgBlip xmlns:asvg="http://schemas.microsoft.com/office/drawing/2016/SVG/main" r:embed="R3662b6923da748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48450" y="42291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7730C-B51F-4CDF-A468-F3DD001D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3B9A"/>
                </a:solidFill>
                <a:latin typeface="PingFang SC"/>
                <a:ea typeface="PingFang SC"/>
                <a:cs typeface="PingFang SC"/>
              </a:rPr>
              <a:t>能力沉淀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E58DA-25C3-4AA6-8904-2170959C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9575"/>
            <a:ext cx="95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33CF6-9C5A-4721-8F9C-74A7180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95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8DF2B-029C-4F43-BB98-6D0F59DF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19575"/>
            <a:ext cx="95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60129-F5F5-466E-9C11-863994F8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1106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2026-06-10T11:23:53.9450000Z</dcterms:created>
  <dcterms:modified xsi:type="dcterms:W3CDTF">2026-06-10T11:23:53.9450000Z</dcterms:modified>
</coreProperties>
</file>