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89a181c575496a" /><Relationship Type="http://schemas.openxmlformats.org/officeDocument/2006/relationships/extended-properties" Target="/docProps/app.xml" Id="R719d9e3f7ba84f40" /><Relationship Type="http://schemas.openxmlformats.org/officeDocument/2006/relationships/officeDocument" Target="/ppt/presentation.xml" Id="R42e5c4b9547f49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4e99faac2c4a01"/>
  </p:sldMasterIdLst>
  <p:notesMasterIdLst>
    <p:notesMasterId xmlns:r="http://schemas.openxmlformats.org/officeDocument/2006/relationships" r:id="R57a9cd3f89254e17"/>
  </p:notesMasterIdLst>
  <p:sldIdLst>
    <p:sldId xmlns:r="http://schemas.openxmlformats.org/officeDocument/2006/relationships" id="256" r:id="Rf34d02cf072b43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a7a405b8044d0f" /><Relationship Type="http://schemas.openxmlformats.org/officeDocument/2006/relationships/slideMaster" Target="/ppt/slideMasters/slideMaster1.xml" Id="R754e99faac2c4a01" /><Relationship Type="http://schemas.openxmlformats.org/officeDocument/2006/relationships/notesMaster" Target="/ppt/notesMasters/notesMaster1.xml" Id="R57a9cd3f89254e17" /><Relationship Type="http://schemas.openxmlformats.org/officeDocument/2006/relationships/presProps" Target="/ppt/presProps.xml" Id="R4c8415dd607d4580" /><Relationship Type="http://schemas.openxmlformats.org/officeDocument/2006/relationships/viewProps" Target="/ppt/viewProps.xml" Id="Ra684c2bd85554b7b" /><Relationship Type="http://schemas.openxmlformats.org/officeDocument/2006/relationships/tableStyles" Target="/ppt/tableStyles.xml" Id="R07c6c64b92f046cd" /><Relationship Type="http://schemas.openxmlformats.org/officeDocument/2006/relationships/slide" Target="/ppt/slides/slide1.xml" Id="Rf34d02cf072b43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4f09e821da4b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24305486614a6a" /><Relationship Type="http://schemas.openxmlformats.org/officeDocument/2006/relationships/notesMaster" Target="/ppt/notesMasters/notesMaster1.xml" Id="R59bb2d467fdd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c7ef25af544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1787bf54a443e3" /><Relationship Type="http://schemas.openxmlformats.org/officeDocument/2006/relationships/slideLayout" Target="/ppt/slideLayouts/slideLayout1.xml" Id="R34e919485bc34a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e919485bc34a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6312e0e944f8c" /><Relationship Type="http://schemas.openxmlformats.org/officeDocument/2006/relationships/image" Target="/ppt/media/image.png" Id="R814ab4e45d30429d" /><Relationship Type="http://schemas.openxmlformats.org/officeDocument/2006/relationships/image" Target="/ppt/media/image.svg" Id="Rb08703869ea34363" /><Relationship Type="http://schemas.openxmlformats.org/officeDocument/2006/relationships/image" Target="/ppt/media/image2.png" Id="Ra713ed4c4a424b8a" /><Relationship Type="http://schemas.openxmlformats.org/officeDocument/2006/relationships/image" Target="/ppt/media/image2.svg" Id="R4cb297ff4cca4ead" /><Relationship Type="http://schemas.openxmlformats.org/officeDocument/2006/relationships/image" Target="/ppt/media/image3.png" Id="R873821ee00c94035" /><Relationship Type="http://schemas.openxmlformats.org/officeDocument/2006/relationships/image" Target="/ppt/media/image4.png" Id="R2ade2deeaf494e6a" /><Relationship Type="http://schemas.openxmlformats.org/officeDocument/2006/relationships/image" Target="/ppt/media/image3.svg" Id="R6fe7fb00521542cb" /><Relationship Type="http://schemas.openxmlformats.org/officeDocument/2006/relationships/image" Target="/ppt/media/image5.png" Id="R1d7de68db280469a" /><Relationship Type="http://schemas.openxmlformats.org/officeDocument/2006/relationships/image" Target="/ppt/media/image6.png" Id="Rfb2ac58c25834169" /><Relationship Type="http://schemas.openxmlformats.org/officeDocument/2006/relationships/image" Target="/ppt/media/image4.svg" Id="R5c8d513044ce4819" /><Relationship Type="http://schemas.openxmlformats.org/officeDocument/2006/relationships/image" Target="/ppt/media/image7.png" Id="Rac00bb80ce0c4143" /><Relationship Type="http://schemas.openxmlformats.org/officeDocument/2006/relationships/image" Target="/ppt/media/image8.png" Id="Re2ff7312d07b4743" /><Relationship Type="http://schemas.openxmlformats.org/officeDocument/2006/relationships/image" Target="/ppt/media/image9.png" Id="R38010f74fca94d4e" /><Relationship Type="http://schemas.openxmlformats.org/officeDocument/2006/relationships/image" Target="/ppt/media/image10.png" Id="Rd8e8514478ee4108" /><Relationship Type="http://schemas.openxmlformats.org/officeDocument/2006/relationships/image" Target="/ppt/media/image11.png" Id="R750ed2fe55f74e26" /><Relationship Type="http://schemas.openxmlformats.org/officeDocument/2006/relationships/image" Target="/ppt/media/image12.png" Id="R90f14f29a39c4d50" /><Relationship Type="http://schemas.openxmlformats.org/officeDocument/2006/relationships/image" Target="/ppt/media/image13.png" Id="R471c9f48b9bd4a1c" /><Relationship Type="http://schemas.openxmlformats.org/officeDocument/2006/relationships/image" Target="/ppt/media/image14.png" Id="Rf29a1474fc1e47ee" /><Relationship Type="http://schemas.openxmlformats.org/officeDocument/2006/relationships/image" Target="/ppt/media/image15.png" Id="R026b4281b2224dc4" /><Relationship Type="http://schemas.openxmlformats.org/officeDocument/2006/relationships/image" Target="/ppt/media/image16.png" Id="R602a1438f534433e" /><Relationship Type="http://schemas.openxmlformats.org/officeDocument/2006/relationships/image" Target="/ppt/media/image5.svg" Id="R7e69e44143f34a8c" /><Relationship Type="http://schemas.openxmlformats.org/officeDocument/2006/relationships/notesSlide" Target="/ppt/notesSlides/notesSlide1.xml" Id="R3005389ce2b14a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8A445-C11E-4AFD-8486-CD53CE33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ab4e45d30429d">
            <a:extLst>
              <a:ext uri="{96DAC541-7B7A-43D3-8B79-37D633B846F1}">
                <asvg:svgBlip xmlns:asvg="http://schemas.microsoft.com/office/drawing/2016/SVG/main" r:embed="Rb08703869ea343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0B827-604B-4F91-AA65-E1CA76B4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527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5B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6B64E-BD40-4BAF-8B47-2D744BCB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9527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E74C1-FCA2-40EE-900B-F93AF974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"/>
            <a:ext cx="8401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人机协同的统一工作入口与审计作业执行层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09322-AC6F-48DD-A363-29D788F8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3450"/>
            <a:ext cx="9144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综合分析平台将数据、知识、图谱、智能体和审计成果统一收口，形成审计人员可操作、可沉淀的人机协同工作台。</a:t>
            </a:r>
          </a:p>
        </p:txBody>
      </p:sp>
      <p:sp>
        <p:nvSpPr>
          <p:cNvPr id="7" name="left-primary-card">
            <a:extLst xmlns:a="http://schemas.openxmlformats.org/drawingml/2006/main">
              <a:ext uri="{FF2B5EF4-FFF2-40B4-BE49-F238E27FC236}">
                <a16:creationId xmlns:a16="http://schemas.microsoft.com/office/drawing/2014/main" id="{2308A5DD-D04E-49E4-BD0C-5F875723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33525"/>
            <a:ext cx="300037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10478">
            <a:solidFill>
              <a:srgbClr val="BFD4F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3ed4c4a424b8a">
            <a:extLst>
              <a:ext uri="{96DAC541-7B7A-43D3-8B79-37D633B846F1}">
                <asvg:svgBlip xmlns:asvg="http://schemas.microsoft.com/office/drawing/2016/SVG/main" r:embed="R4cb297ff4cca4e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1343025"/>
            <a:ext cx="1866900" cy="323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5701E-0BE7-4481-B74F-53B0059F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620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统一工作台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821ee00c94035"/>
          <a:stretch xmlns:a="http://schemas.openxmlformats.org/drawingml/2006/main"/>
        </p:blipFill>
        <p:spPr>
          <a:xfrm xmlns:a="http://schemas.openxmlformats.org/drawingml/2006/main">
            <a:off x="1185747" y="1762125"/>
            <a:ext cx="1438505" cy="1162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3CF9E-F9F1-4775-A7E6-55C88AAF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362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36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多源数据接入的统一工作台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592EB-0754-4735-B277-51C87880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362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为审计人员搭建独立项目空间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支持在同一界面查资料、查数据、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查关系、查法规。</a:t>
            </a:r>
          </a:p>
        </p:txBody>
      </p:sp>
      <p:sp>
        <p:nvSpPr>
          <p:cNvPr id="13" name="right-primary-card">
            <a:extLst xmlns:a="http://schemas.openxmlformats.org/drawingml/2006/main">
              <a:ext uri="{FF2B5EF4-FFF2-40B4-BE49-F238E27FC236}">
                <a16:creationId xmlns:a16="http://schemas.microsoft.com/office/drawing/2014/main" id="{E9E77988-9AFF-4A01-88B3-12A35D70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33525"/>
            <a:ext cx="29527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10478">
            <a:solidFill>
              <a:srgbClr val="BFD4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e2deeaf494e6a">
            <a:extLst>
              <a:ext uri="{96DAC541-7B7A-43D3-8B79-37D633B846F1}">
                <asvg:svgBlip xmlns:asvg="http://schemas.microsoft.com/office/drawing/2016/SVG/main" r:embed="R6fe7fb00521542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05900" y="1343025"/>
            <a:ext cx="1752600" cy="3238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13B67-7253-436D-B494-C7978A6F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62075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de68db280469a"/>
          <a:stretch xmlns:a="http://schemas.openxmlformats.org/drawingml/2006/main"/>
        </p:blipFill>
        <p:spPr>
          <a:xfrm xmlns:a="http://schemas.openxmlformats.org/drawingml/2006/main">
            <a:off x="9269756" y="1819275"/>
            <a:ext cx="1367739" cy="13144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09890-64E4-476A-840B-B6EF7F55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051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让AI具备能力接入真实的审计作业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505A5-8777-42A5-A604-C62FE2EF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76625"/>
            <a:ext cx="2266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为大模型配置读取、检索、抽取、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比对、计算、生成等工具，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使其能够围绕具体审计任务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执行多步骤操作。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ac58c25834169">
            <a:extLst>
              <a:ext uri="{96DAC541-7B7A-43D3-8B79-37D633B846F1}">
                <asvg:svgBlip xmlns:asvg="http://schemas.microsoft.com/office/drawing/2016/SVG/main" r:embed="R5c8d513044ce48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43325" y="1466850"/>
            <a:ext cx="4343400" cy="3162300"/>
          </a:xfrm>
          <a:prstGeom xmlns:a="http://schemas.openxmlformats.org/drawingml/2006/main" prst="rect">
            <a:avLst/>
          </a:prstGeom>
        </p:spPr>
      </p:pic>
      <p:sp>
        <p:nvSpPr>
          <p:cNvPr id="20" name="central-hub">
            <a:extLst xmlns:a="http://schemas.openxmlformats.org/drawingml/2006/main">
              <a:ext uri="{FF2B5EF4-FFF2-40B4-BE49-F238E27FC236}">
                <a16:creationId xmlns:a16="http://schemas.microsoft.com/office/drawing/2014/main" id="{6B7358EE-732A-404F-AC93-1F67D44B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3837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FCFF"/>
          </a:solidFill>
          <a:ln xmlns:a="http://schemas.openxmlformats.org/drawingml/2006/main" w="28575">
            <a:solidFill>
              <a:srgbClr val="BBD0F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0bb80ce0c4143"/>
          <a:stretch xmlns:a="http://schemas.openxmlformats.org/drawingml/2006/main"/>
        </p:blipFill>
        <p:spPr>
          <a:xfrm xmlns:a="http://schemas.openxmlformats.org/drawingml/2006/main">
            <a:off x="5656391" y="2409825"/>
            <a:ext cx="707769" cy="6477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FE0DA-9795-44ED-956E-630B2F35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0400"/>
            <a:ext cx="1181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统一工作台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B823D-5502-4C52-B982-E9FC6328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1362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人机协同工作入口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40FA5-699E-499D-BEFD-2F7C1ABE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23075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03A084-698C-401F-AE23-C913088E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10121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DE2EE6-88DC-4E87-9EE9-5B399EBF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197167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A5FFE-C67E-4321-ABC9-32D80EC4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3560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EE3ABF-4F16-4DB2-A284-1E641D4C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770" y="285178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55AE4-B96F-4BDC-BCC6-C9434ED3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276796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720E7F-9630-43AB-941D-C894459D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30" y="3345180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808711-644E-4873-8D00-7DCB9F68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3421380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7A573F-E4D0-4417-B75E-2917DFA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97580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E8FC3B-3C2C-42E6-B9F5-B6840AF5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230" y="293560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FE2543-F5DC-4566-A96B-6F030FD0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85178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956E6A-C026-46F2-ABD6-1292A2C9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10" y="276796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8BAACA-C269-4C5E-8B19-AA851E46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180" y="3345180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5A3077-18F4-4E25-BC36-73A414EA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421380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89EBF6-3AD7-4DB8-B57A-E4054DA7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560" y="3497580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5E4"/>
          </a:solidFill>
          <a:ln xmlns:a="http://schemas.openxmlformats.org/drawingml/2006/main" w="0">
            <a:solidFill>
              <a:srgbClr val="1E65E4"/>
            </a:solidFill>
            <a:prstDash val="solid"/>
          </a:ln>
        </p:spPr>
      </p:sp>
      <p:sp>
        <p:nvSpPr>
          <p:cNvPr id="39" name="node-多源数据">
            <a:extLst xmlns:a="http://schemas.openxmlformats.org/drawingml/2006/main">
              <a:ext uri="{FF2B5EF4-FFF2-40B4-BE49-F238E27FC236}">
                <a16:creationId xmlns:a16="http://schemas.microsoft.com/office/drawing/2014/main" id="{BA4B6827-31EA-4320-8D21-6FCB8561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238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8DAEF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f7312d07b4743"/>
          <a:stretch xmlns:a="http://schemas.openxmlformats.org/drawingml/2006/main"/>
        </p:blipFill>
        <p:spPr>
          <a:xfrm xmlns:a="http://schemas.openxmlformats.org/drawingml/2006/main">
            <a:off x="5792886" y="1352169"/>
            <a:ext cx="415728" cy="473202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5C80B0-8892-4937-98E7-D43C1393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819275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多源数据</a:t>
            </a:r>
          </a:p>
        </p:txBody>
      </p:sp>
      <p:sp>
        <p:nvSpPr>
          <p:cNvPr id="42" name="node-知识库">
            <a:extLst xmlns:a="http://schemas.openxmlformats.org/drawingml/2006/main">
              <a:ext uri="{FF2B5EF4-FFF2-40B4-BE49-F238E27FC236}">
                <a16:creationId xmlns:a16="http://schemas.microsoft.com/office/drawing/2014/main" id="{FC1AAE11-CE5B-438B-9D01-DF22FAF7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812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8DAEFF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10f74fca94d4e"/>
          <a:stretch xmlns:a="http://schemas.openxmlformats.org/drawingml/2006/main"/>
        </p:blipFill>
        <p:spPr>
          <a:xfrm xmlns:a="http://schemas.openxmlformats.org/drawingml/2006/main">
            <a:off x="4197109" y="2090166"/>
            <a:ext cx="444982" cy="452628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42DD1A-6463-4A2E-9DD1-C3F97056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知识库</a:t>
            </a:r>
          </a:p>
        </p:txBody>
      </p:sp>
      <p:sp>
        <p:nvSpPr>
          <p:cNvPr id="45" name="node-智能体能力">
            <a:extLst xmlns:a="http://schemas.openxmlformats.org/drawingml/2006/main">
              <a:ext uri="{FF2B5EF4-FFF2-40B4-BE49-F238E27FC236}">
                <a16:creationId xmlns:a16="http://schemas.microsoft.com/office/drawing/2014/main" id="{96560E65-9513-4BB5-B49F-C4302A59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28612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8DAEF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8514478ee4108"/>
          <a:stretch xmlns:a="http://schemas.openxmlformats.org/drawingml/2006/main"/>
        </p:blipFill>
        <p:spPr>
          <a:xfrm xmlns:a="http://schemas.openxmlformats.org/drawingml/2006/main">
            <a:off x="4097802" y="3412427"/>
            <a:ext cx="453096" cy="524637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A4E89C-78B0-4690-B28D-E6B504C4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624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智能体能力</a:t>
            </a:r>
          </a:p>
        </p:txBody>
      </p:sp>
      <p:sp>
        <p:nvSpPr>
          <p:cNvPr id="48" name="node-图谱关系">
            <a:extLst xmlns:a="http://schemas.openxmlformats.org/drawingml/2006/main">
              <a:ext uri="{FF2B5EF4-FFF2-40B4-BE49-F238E27FC236}">
                <a16:creationId xmlns:a16="http://schemas.microsoft.com/office/drawing/2014/main" id="{2442CF20-9D9E-46D8-BFBA-39BDBE8C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812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8DAEFF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ed2fe55f74e26"/>
          <a:stretch xmlns:a="http://schemas.openxmlformats.org/drawingml/2006/main"/>
        </p:blipFill>
        <p:spPr>
          <a:xfrm xmlns:a="http://schemas.openxmlformats.org/drawingml/2006/main">
            <a:off x="7355586" y="2103584"/>
            <a:ext cx="452628" cy="425792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0BCE67-12A0-495A-B74C-959E9826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241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图谱关系</a:t>
            </a:r>
          </a:p>
        </p:txBody>
      </p:sp>
      <p:sp>
        <p:nvSpPr>
          <p:cNvPr id="51" name="node-审计成果">
            <a:extLst xmlns:a="http://schemas.openxmlformats.org/drawingml/2006/main">
              <a:ext uri="{FF2B5EF4-FFF2-40B4-BE49-F238E27FC236}">
                <a16:creationId xmlns:a16="http://schemas.microsoft.com/office/drawing/2014/main" id="{114A1AC7-372F-4242-86DE-FFED216D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242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8DAEFF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14f29a39c4d50"/>
          <a:stretch xmlns:a="http://schemas.openxmlformats.org/drawingml/2006/main"/>
        </p:blipFill>
        <p:spPr>
          <a:xfrm xmlns:a="http://schemas.openxmlformats.org/drawingml/2006/main">
            <a:off x="7341676" y="3443097"/>
            <a:ext cx="461397" cy="493776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47F7C0-EE05-47D2-9D28-8A74265A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审计成果</a:t>
            </a:r>
          </a:p>
        </p:txBody>
      </p:sp>
      <p:sp>
        <p:nvSpPr>
          <p:cNvPr id="54" name="capability-card">
            <a:extLst xmlns:a="http://schemas.openxmlformats.org/drawingml/2006/main">
              <a:ext uri="{FF2B5EF4-FFF2-40B4-BE49-F238E27FC236}">
                <a16:creationId xmlns:a16="http://schemas.microsoft.com/office/drawing/2014/main" id="{42C4C766-27B9-4D59-A55E-70E2407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67225"/>
            <a:ext cx="35623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10478">
            <a:solidFill>
              <a:srgbClr val="BFD4FF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c9f48b9bd4a1c"/>
          <a:stretch xmlns:a="http://schemas.openxmlformats.org/drawingml/2006/main"/>
        </p:blipFill>
        <p:spPr>
          <a:xfrm xmlns:a="http://schemas.openxmlformats.org/drawingml/2006/main">
            <a:off x="631984" y="4676775"/>
            <a:ext cx="850583" cy="89535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5BB42D-2BD6-45EB-9B58-001191FE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95825"/>
            <a:ext cx="2181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9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通过技能为AI 接入审计思路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8B7D47-B4CC-4AF5-A866-914AE0D1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57775"/>
            <a:ext cx="21812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将专家核查逻辑、规则匹配方式和风险</a:t>
            </a:r>
          </a:p>
          <a:p xmlns:a="http://schemas.openxmlformats.org/drawingml/2006/main">
            <a:pPr algn="l">
              <a:def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识别方法沉淀为标准化技能（Skill），</a:t>
            </a:r>
          </a:p>
          <a:p xmlns:a="http://schemas.openxmlformats.org/drawingml/2006/main">
            <a:pPr algn="l">
              <a:def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让大模型随时调用，进行专业审计。</a:t>
            </a:r>
          </a:p>
        </p:txBody>
      </p:sp>
      <p:sp>
        <p:nvSpPr>
          <p:cNvPr id="58" name="capability-card">
            <a:extLst xmlns:a="http://schemas.openxmlformats.org/drawingml/2006/main">
              <a:ext uri="{FF2B5EF4-FFF2-40B4-BE49-F238E27FC236}">
                <a16:creationId xmlns:a16="http://schemas.microsoft.com/office/drawing/2014/main" id="{7B5B6AA6-13A5-4CA5-80C1-8D6C7B61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67225"/>
            <a:ext cx="37528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10478">
            <a:solidFill>
              <a:srgbClr val="BFD4FF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a1474fc1e47ee"/>
          <a:stretch xmlns:a="http://schemas.openxmlformats.org/drawingml/2006/main"/>
        </p:blipFill>
        <p:spPr>
          <a:xfrm xmlns:a="http://schemas.openxmlformats.org/drawingml/2006/main">
            <a:off x="4314825" y="4684770"/>
            <a:ext cx="876300" cy="860309"/>
          </a:xfrm>
          <a:prstGeom xmlns:a="http://schemas.openxmlformats.org/drawingml/2006/main" prst="rect">
            <a:avLst/>
          </a:prstGeom>
        </p:spPr>
      </p:pic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6C0FB5-525C-49BB-8B28-836F9159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95825"/>
            <a:ext cx="2371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审计技能沉淀与共享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4159A6-8B95-48C0-9621-EE220261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57775"/>
            <a:ext cx="23717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基于审计上下文自动提取「审计技能」，</a:t>
            </a:r>
          </a:p>
          <a:p xmlns:a="http://schemas.openxmlformats.org/drawingml/2006/main">
            <a:pPr algn="l">
              <a:def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沉淀高质量分析的核查路径、判断规则、</a:t>
            </a:r>
          </a:p>
          <a:p xmlns:a="http://schemas.openxmlformats.org/drawingml/2006/main">
            <a:pPr algn="l">
              <a:def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分析步骤和引用依据，形成标准化SKILL，</a:t>
            </a:r>
          </a:p>
          <a:p xmlns:a="http://schemas.openxmlformats.org/drawingml/2006/main">
            <a:pPr algn="l">
              <a:def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并支持组织级技能共享。</a:t>
            </a:r>
          </a:p>
        </p:txBody>
      </p:sp>
      <p:sp>
        <p:nvSpPr>
          <p:cNvPr id="62" name="capability-card">
            <a:extLst xmlns:a="http://schemas.openxmlformats.org/drawingml/2006/main">
              <a:ext uri="{FF2B5EF4-FFF2-40B4-BE49-F238E27FC236}">
                <a16:creationId xmlns:a16="http://schemas.microsoft.com/office/drawing/2014/main" id="{10D8BD84-3AB2-489F-9A6D-87FD13D8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672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10478">
            <a:solidFill>
              <a:srgbClr val="BFD4FF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b4281b2224dc4"/>
          <a:stretch xmlns:a="http://schemas.openxmlformats.org/drawingml/2006/main"/>
        </p:blipFill>
        <p:spPr>
          <a:xfrm xmlns:a="http://schemas.openxmlformats.org/drawingml/2006/main">
            <a:off x="8191500" y="4684682"/>
            <a:ext cx="819150" cy="803336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F2B783-DDDD-4533-B471-094CDAA8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95825"/>
            <a:ext cx="2009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审计应用快捷封装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E83BE20-84CA-4487-874D-0EE1AAAA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57775"/>
            <a:ext cx="200977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将重复执行的标准化技能执行链路</a:t>
            </a:r>
          </a:p>
          <a:p xmlns:a="http://schemas.openxmlformats.org/drawingml/2006/main">
            <a:pPr algn="l">
              <a:def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转化为审计应用，审计人员即开即用</a:t>
            </a:r>
          </a:p>
          <a:p xmlns:a="http://schemas.openxmlformats.org/drawingml/2006/main">
            <a:pPr algn="l">
              <a:def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比问答更省事，一步输入即可取数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a1438f534433e">
            <a:extLst>
              <a:ext uri="{96DAC541-7B7A-43D3-8B79-37D633B846F1}">
                <asvg:svgBlip xmlns:asvg="http://schemas.microsoft.com/office/drawing/2016/SVG/main" r:embed="R7e69e44143f34a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6076950"/>
            <a:ext cx="9525000" cy="371475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BA2665-83E7-4DF2-A293-83209F62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43625"/>
            <a:ext cx="790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统一入口 + 执行能力 + 技能沉淀，构建可操作、可复用、可共享的审计作业平台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9DB0D8-9533-4EA0-B30B-67C3D5C3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389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92B8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092B8D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AE27952-E17E-48EA-A759-354C9549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6429375"/>
            <a:ext cx="1143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7740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2026-06-14T07:38:42.8310000Z</dcterms:created>
  <dcterms:modified xsi:type="dcterms:W3CDTF">2026-06-14T07:38:42.8310000Z</dcterms:modified>
</coreProperties>
</file>