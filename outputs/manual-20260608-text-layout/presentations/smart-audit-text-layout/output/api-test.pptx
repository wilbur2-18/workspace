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61ae936bd85426d" /><Relationship Type="http://schemas.openxmlformats.org/officeDocument/2006/relationships/extended-properties" Target="/docProps/app.xml" Id="R9ad49a4a0ace479b" /><Relationship Type="http://schemas.openxmlformats.org/officeDocument/2006/relationships/officeDocument" Target="/ppt/presentation.xml" Id="R69b103902dbb403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b2f2ccc33104d22"/>
  </p:sldMasterIdLst>
  <p:notesMasterIdLst>
    <p:notesMasterId xmlns:r="http://schemas.openxmlformats.org/officeDocument/2006/relationships" r:id="Rfebd92b48593497e"/>
  </p:notesMasterIdLst>
  <p:sldIdLst>
    <p:sldId xmlns:r="http://schemas.openxmlformats.org/officeDocument/2006/relationships" id="256" r:id="Rcc0db3965d0643e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9cd474a6f094ba0" /><Relationship Type="http://schemas.openxmlformats.org/officeDocument/2006/relationships/slideMaster" Target="/ppt/slideMasters/slideMaster1.xml" Id="R7b2f2ccc33104d22" /><Relationship Type="http://schemas.openxmlformats.org/officeDocument/2006/relationships/notesMaster" Target="/ppt/notesMasters/notesMaster1.xml" Id="Rfebd92b48593497e" /><Relationship Type="http://schemas.openxmlformats.org/officeDocument/2006/relationships/presProps" Target="/ppt/presProps.xml" Id="R9f093da86ce34a06" /><Relationship Type="http://schemas.openxmlformats.org/officeDocument/2006/relationships/viewProps" Target="/ppt/viewProps.xml" Id="R121ccc0e2cc0470e" /><Relationship Type="http://schemas.openxmlformats.org/officeDocument/2006/relationships/tableStyles" Target="/ppt/tableStyles.xml" Id="Rbcb0d97f8ee642db" /><Relationship Type="http://schemas.openxmlformats.org/officeDocument/2006/relationships/slide" Target="/ppt/slides/slide1.xml" Id="Rcc0db3965d0643e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c7fcc36a2ed4fe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39e62e315dc4702" /><Relationship Type="http://schemas.openxmlformats.org/officeDocument/2006/relationships/notesMaster" Target="/ppt/notesMasters/notesMaster1.xml" Id="Rd77e8b0725604ee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382e90133f433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185c7f321984876" /><Relationship Type="http://schemas.openxmlformats.org/officeDocument/2006/relationships/slideLayout" Target="/ppt/slideLayouts/slideLayout1.xml" Id="R907fa84d00494f4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07fa84d00494f4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6dde6f1c354946" /><Relationship Type="http://schemas.openxmlformats.org/officeDocument/2006/relationships/notesSlide" Target="/ppt/notesSlides/notesSlide1.xml" Id="Ra70a19b32cae474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763AEE-8737-4D2E-B91F-369F88DCC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52500"/>
            <a:ext cx="381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40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测试文字</a:t>
            </a:r>
          </a:p>
        </p:txBody>
      </p:sp>
    </p:spTree>
    <p:extLst>
      <p:ext uri="{BB962C8B-B14F-4D97-AF65-F5344CB8AC3E}">
        <p14:creationId xmlns:p14="http://schemas.microsoft.com/office/powerpoint/2010/main" val="15470499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2026-06-08T03:04:20.7580000Z</dcterms:created>
  <dcterms:modified xsi:type="dcterms:W3CDTF">2026-06-08T03:04:20.7580000Z</dcterms:modified>
</coreProperties>
</file>